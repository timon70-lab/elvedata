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Oversikt over hvordan elvesona.no er satt sammen: hvor dataene kommer fra, hvordan de oppdateres, og hvordan det skrives til repoet uten egen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Datastrømmen går fra venstre mot høyre. Nettleseren til besøkende henter bare ferdige filer fra GitHub Pages; ingen nøkler eller API-kall mot NVE skjer i nettleseren.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jobber pusher med opptil fem forsøk og git pull --rebase mellom hvert, fordi flere workflows kan skrive samtidig.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 offentlig skjema kan ikke ha et skrivetoken i HTML-en. Derfor går tilbakemeldinger via en Cloudflare Worker, som er det eneste leddet som holder tokenet, og lagres i et privat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Datoene er hentet fra GitHubs tokenoversikt 27.09.2026. Tokens fornyes ved å opprette nytt med samme repoer og rettigheter.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22960" y="3977640"/>
            <a:ext cx="914400" cy="18288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3977640"/>
            <a:ext cx="914400" cy="13716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51760" y="4114800"/>
            <a:ext cx="914400" cy="18288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566160" y="4160520"/>
            <a:ext cx="914400" cy="13716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480560" y="3931920"/>
            <a:ext cx="914400" cy="22860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3931920"/>
            <a:ext cx="914400" cy="13716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4069080"/>
            <a:ext cx="914400" cy="18288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223760" y="4114800"/>
            <a:ext cx="914400" cy="137160"/>
          </a:xfrm>
          <a:prstGeom prst="line">
            <a:avLst/>
          </a:prstGeom>
          <a:noFill/>
          <a:ln w="25400">
            <a:solidFill>
              <a:srgbClr val="7FD4F0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4059936"/>
            <a:ext cx="201168" cy="201168"/>
          </a:xfrm>
          <a:prstGeom prst="ellipse">
            <a:avLst/>
          </a:prstGeom>
          <a:solidFill>
            <a:srgbClr val="7FD4F0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36776" y="3877056"/>
            <a:ext cx="201168" cy="201168"/>
          </a:xfrm>
          <a:prstGeom prst="ellipse">
            <a:avLst/>
          </a:prstGeom>
          <a:solidFill>
            <a:srgbClr val="9AE6B4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4014216"/>
            <a:ext cx="201168" cy="201168"/>
          </a:xfrm>
          <a:prstGeom prst="ellipse">
            <a:avLst/>
          </a:prstGeom>
          <a:solidFill>
            <a:srgbClr val="7FD4F0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5576" y="4197096"/>
            <a:ext cx="201168" cy="201168"/>
          </a:xfrm>
          <a:prstGeom prst="ellipse">
            <a:avLst/>
          </a:prstGeom>
          <a:solidFill>
            <a:srgbClr val="7FD4F0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4059936"/>
            <a:ext cx="201168" cy="201168"/>
          </a:xfrm>
          <a:prstGeom prst="ellipse">
            <a:avLst/>
          </a:prstGeom>
          <a:solidFill>
            <a:srgbClr val="9AE6B4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4376" y="3831336"/>
            <a:ext cx="201168" cy="201168"/>
          </a:xfrm>
          <a:prstGeom prst="ellipse">
            <a:avLst/>
          </a:prstGeom>
          <a:solidFill>
            <a:srgbClr val="7FD4F0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3968496"/>
            <a:ext cx="201168" cy="201168"/>
          </a:xfrm>
          <a:prstGeom prst="ellipse">
            <a:avLst/>
          </a:prstGeom>
          <a:solidFill>
            <a:srgbClr val="7FD4F0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3176" y="4151376"/>
            <a:ext cx="201168" cy="201168"/>
          </a:xfrm>
          <a:prstGeom prst="ellipse">
            <a:avLst/>
          </a:prstGeom>
          <a:solidFill>
            <a:srgbClr val="9AE6B4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4014216"/>
            <a:ext cx="201168" cy="201168"/>
          </a:xfrm>
          <a:prstGeom prst="ellipse">
            <a:avLst/>
          </a:prstGeom>
          <a:solidFill>
            <a:srgbClr val="7FD4F0"/>
          </a:solidFill>
          <a:ln w="25400">
            <a:solidFill>
              <a:srgbClr val="0F2D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ELVESONA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Teknisk arkitektur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Statisk nettsted · GitHub Actions · GitHub Pages · Cloudflare Worker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Skisse ·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Helhetsbilde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server og ingen database — alt er statiske filer som oppdateres av planlagte jobber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79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EKSTERNE KILDER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1795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AUTOMATISERING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79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elvedata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1795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PUBLISERING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5D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" y="1554480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 HydAPI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vannføring,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5D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5488" y="2148840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varsel + Frost-obs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5D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" y="2743200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 laksebørs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ferske fangster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6440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5D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5488" y="3337560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historikk 1993–2015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1481328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0F2D4A"/>
          </a:solidFill>
          <a:ln w="19050">
            <a:solidFill>
              <a:srgbClr val="0F2D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624328" y="1554480"/>
            <a:ext cx="17007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nve_cache — hver time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stasjoner + 4 nedbørspunkt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fangst_pipeline — :30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— ved opplasting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Frost/NVE-døgn — manuelt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cron-job.org :05 / :35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(reserve for GitHub-cron)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481328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5D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956048" y="1554480"/>
            <a:ext cx="16093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Git-repo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data/*.json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vannføring, nedbør, fangst,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bilder, sesong, config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{elv}/index.html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historikk bakt inn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bilder/{elv}/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 — rådata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1481328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E6F6EC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96328" y="1554480"/>
            <a:ext cx="14721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elvesona.no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 etter commit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Oversiktskart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Tilbakemelding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(noindex)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39696" y="2624328"/>
            <a:ext cx="338328" cy="0"/>
          </a:xfrm>
          <a:prstGeom prst="line">
            <a:avLst/>
          </a:prstGeom>
          <a:noFill/>
          <a:ln w="22225">
            <a:solidFill>
              <a:srgbClr val="0F2D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71416" y="2624328"/>
            <a:ext cx="338328" cy="0"/>
          </a:xfrm>
          <a:prstGeom prst="line">
            <a:avLst/>
          </a:prstGeom>
          <a:noFill/>
          <a:ln w="22225">
            <a:solidFill>
              <a:srgbClr val="0F2D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11696" y="2624328"/>
            <a:ext cx="338328" cy="0"/>
          </a:xfrm>
          <a:prstGeom prst="line">
            <a:avLst/>
          </a:prstGeom>
          <a:noFill/>
          <a:ln w="22225">
            <a:solidFill>
              <a:srgbClr val="0F2D4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075688" y="2350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henter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407408" y="2350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4041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servere og databaser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4041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oppdateringsfrekvens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4041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elver med dashbord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Byggetid kontra kjøretid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som er bakt inn i HTML-en, og hva som hentes når siden åpnes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F3F6FA"/>
          </a:solidFill>
          <a:ln w="9525">
            <a:solidFill>
              <a:srgbClr val="C5D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444752"/>
            <a:ext cx="371246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Bakt inn i {elv}/index.html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ALL_DATA / FLY_DATA — fangst per år, måned, bin, sone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DAYS_DATA — observerte dager (nevneren i raten)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FLOW_LOOKUP — daglig vannføring 2016–2025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ZONE_INFO / ZONE_COORDS — soner og koordinater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P90_* / MAX_* — skalering av score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REKORDDAG, REKORDLAKS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 kun ved ny runde + commit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E6F6EC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64608" y="1444752"/>
            <a:ext cx="371246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Hentes ved kjøretid (data/)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 — vekting, shrinkC, knee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sesong.json — sesongdatoer (admin)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vannforing*.json / nedbor*.json — hver time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photos_ / videoer_{elv}.json — media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nyheter.json — nyhetsbanner på kartet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fangster_{elv}.json — kun oversiktskartet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 uten ny publisering av HTML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historiske score endrer seg aldri av seg selv. Ny fangsthistorikk krever at dashbordet bygges og publiseres på nytt.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 time i datainnhentingen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utløsere per jobb: GitHub-cron og cron-job.org som reserve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7680960" cy="0"/>
          </a:xfrm>
          <a:prstGeom prst="line">
            <a:avLst/>
          </a:prstGeom>
          <a:noFill/>
          <a:ln w="38100">
            <a:solidFill>
              <a:srgbClr val="0F2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441448"/>
            <a:ext cx="0" cy="146304"/>
          </a:xfrm>
          <a:prstGeom prst="line">
            <a:avLst/>
          </a:prstGeom>
          <a:noFill/>
          <a:ln w="25400">
            <a:solidFill>
              <a:srgbClr val="0F2D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6426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2441448"/>
            <a:ext cx="0" cy="146304"/>
          </a:xfrm>
          <a:prstGeom prst="line">
            <a:avLst/>
          </a:prstGeom>
          <a:noFill/>
          <a:ln w="25400">
            <a:solidFill>
              <a:srgbClr val="0F2D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26426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441448"/>
            <a:ext cx="0" cy="146304"/>
          </a:xfrm>
          <a:prstGeom prst="line">
            <a:avLst/>
          </a:prstGeom>
          <a:noFill/>
          <a:ln w="25400">
            <a:solidFill>
              <a:srgbClr val="0F2D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26426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441448"/>
            <a:ext cx="0" cy="146304"/>
          </a:xfrm>
          <a:prstGeom prst="line">
            <a:avLst/>
          </a:prstGeom>
          <a:noFill/>
          <a:ln w="25400">
            <a:solidFill>
              <a:srgbClr val="0F2D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6426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2441448"/>
            <a:ext cx="0" cy="146304"/>
          </a:xfrm>
          <a:prstGeom prst="line">
            <a:avLst/>
          </a:prstGeom>
          <a:noFill/>
          <a:ln w="25400">
            <a:solidFill>
              <a:srgbClr val="0F2D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26426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404872"/>
            <a:ext cx="219456" cy="219456"/>
          </a:xfrm>
          <a:prstGeom prst="ellipse">
            <a:avLst/>
          </a:prstGeom>
          <a:solidFill>
            <a:srgbClr val="0F2D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984248"/>
            <a:ext cx="0" cy="420624"/>
          </a:xfrm>
          <a:prstGeom prst="line">
            <a:avLst/>
          </a:prstGeom>
          <a:noFill/>
          <a:ln w="12700">
            <a:solidFill>
              <a:srgbClr val="0F2D4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85800" y="1417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F2D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5528" y="149047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nve_cache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GitHub-cron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61872" y="2404872"/>
            <a:ext cx="219456" cy="219456"/>
          </a:xfrm>
          <a:prstGeom prst="ellipse">
            <a:avLst/>
          </a:prstGeom>
          <a:solidFill>
            <a:srgbClr val="38A1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0" cy="91440"/>
          </a:xfrm>
          <a:prstGeom prst="line">
            <a:avLst/>
          </a:prstGeom>
          <a:noFill/>
          <a:ln w="12700">
            <a:solidFill>
              <a:srgbClr val="38A16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325880" y="30175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435608" y="309067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nve_cache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cron-job.org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62272" y="2404872"/>
            <a:ext cx="219456" cy="219456"/>
          </a:xfrm>
          <a:prstGeom prst="ellipse">
            <a:avLst/>
          </a:prstGeom>
          <a:solidFill>
            <a:srgbClr val="0F2D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984248"/>
            <a:ext cx="0" cy="420624"/>
          </a:xfrm>
          <a:prstGeom prst="line">
            <a:avLst/>
          </a:prstGeom>
          <a:noFill/>
          <a:ln w="12700">
            <a:solidFill>
              <a:srgbClr val="0F2D4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26280" y="1417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F2D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636008" y="149047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fangst_pipeline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GitHub-cron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02352" y="2404872"/>
            <a:ext cx="219456" cy="219456"/>
          </a:xfrm>
          <a:prstGeom prst="ellipse">
            <a:avLst/>
          </a:prstGeom>
          <a:solidFill>
            <a:srgbClr val="38A1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926080"/>
            <a:ext cx="0" cy="91440"/>
          </a:xfrm>
          <a:prstGeom prst="line">
            <a:avLst/>
          </a:prstGeom>
          <a:noFill/>
          <a:ln w="12700">
            <a:solidFill>
              <a:srgbClr val="38A16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166360" y="30175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276088" y="309067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fangst_pipeline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cron-job.org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1280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5D2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601968" y="1353312"/>
            <a:ext cx="19751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Hendelsesstyrt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foto_pipeline — push til innboks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issue_foto_pipeline — nytt issue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Frost/NVE-døgn — manuelt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feilkilde: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«elvedata-cron» for cron-job.org utløper 12. juli 2027 — data slutter å oppdatere uten feilmelding.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Skriving uten backend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veier inn i repoene — hver med sitt eget token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4533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7406A"/>
          </a:solidFill>
          <a:ln w="12700">
            <a:solidFill>
              <a:srgbClr val="1740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453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3258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740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258568" y="139903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7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admin/index.html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i localStorage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42232" y="1709928"/>
            <a:ext cx="265176" cy="0"/>
          </a:xfrm>
          <a:prstGeom prst="line">
            <a:avLst/>
          </a:prstGeom>
          <a:noFill/>
          <a:ln w="22225">
            <a:solidFill>
              <a:srgbClr val="17406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740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44568" y="139903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7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Contents API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sha → 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28232" y="1709928"/>
            <a:ext cx="265176" cy="0"/>
          </a:xfrm>
          <a:prstGeom prst="line">
            <a:avLst/>
          </a:prstGeom>
          <a:noFill/>
          <a:ln w="22225">
            <a:solidFill>
              <a:srgbClr val="1740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20840" y="13258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740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30568" y="139903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74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elvedata/data/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nyheter, sesong, config, media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5968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TILBAKEMELDING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23774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258568" y="245059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tilbakemelding/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skjema, ingen token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42232" y="2761488"/>
            <a:ext cx="265176" cy="0"/>
          </a:xfrm>
          <a:prstGeom prst="line">
            <a:avLst/>
          </a:prstGeom>
          <a:noFill/>
          <a:ln w="22225">
            <a:solidFill>
              <a:srgbClr val="38A1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34840" y="23774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44568" y="245059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GH_TOKEN · KV rate-limit · honeypot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28232" y="2761488"/>
            <a:ext cx="265176" cy="0"/>
          </a:xfrm>
          <a:prstGeom prst="line">
            <a:avLst/>
          </a:prstGeom>
          <a:noFill/>
          <a:ln w="22225">
            <a:solidFill>
              <a:srgbClr val="38A1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23774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30568" y="245059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 repo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tilbakemeldinger.json · admin leser og setter status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4845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6484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8840" y="3429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D6B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258568" y="350215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GITHUB_TOKEN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42232" y="3813048"/>
            <a:ext cx="265176" cy="0"/>
          </a:xfrm>
          <a:prstGeom prst="line">
            <a:avLst/>
          </a:prstGeom>
          <a:noFill/>
          <a:ln w="22225">
            <a:solidFill>
              <a:srgbClr val="DD6B2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34840" y="3429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D6B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544568" y="350215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+ push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inntil 5 forsøk med rebase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28232" y="3813048"/>
            <a:ext cx="265176" cy="0"/>
          </a:xfrm>
          <a:prstGeom prst="line">
            <a:avLst/>
          </a:prstGeom>
          <a:noFill/>
          <a:ln w="22225">
            <a:solidFill>
              <a:srgbClr val="DD6B2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20840" y="3429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D6B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830568" y="3502152"/>
            <a:ext cx="17465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elvedata/data/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vannføring, nedbør, fangst, bilder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og utløp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feiler stille ved utløp — kalenderen er eneste varsling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AE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 okt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neste utløp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elvedata-mobil (admin)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46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Fornyelse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 fine-grained token med samme repoer og rettigheter, lagt inn der det gamle lå: admin, cron-job.org eller wrangler secret put.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49040" y="1371600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17406A"/>
          </a:solidFill>
          <a:ln w="12700">
            <a:solidFill>
              <a:srgbClr val="1740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86200" y="137160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elvedata-mobil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elvedata + tilbakemeldinger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37160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26.10.2026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975104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17406A"/>
          </a:solidFill>
          <a:ln w="12700">
            <a:solidFill>
              <a:srgbClr val="1740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86200" y="197510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elvedata-admin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elvedata + tilbakemeldinger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7510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F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07.07.2027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2578608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17406A"/>
          </a:solidFill>
          <a:ln w="12700">
            <a:solidFill>
              <a:srgbClr val="1740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86200" y="257860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elvedata-cron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cron-job.org · Actions read/write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57860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F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12.07.2027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3182112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17406A"/>
          </a:solidFill>
          <a:ln w="12700">
            <a:solidFill>
              <a:srgbClr val="1740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86200" y="318211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…-tilbakemelding-worker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Cloudflare-secret · kun privat repo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18211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F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26.09.2027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3785616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17406A"/>
          </a:solidFill>
          <a:ln w="12700">
            <a:solidFill>
              <a:srgbClr val="1740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6200" y="378561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NVE_API_KEY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· .env · admin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78561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kjent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Elvesona – teknisk arkitektur</dc:title>
  <dc:subject>PptxGenJS Presentation</dc:subject>
  <dc:creator>Per Lasse Brønstad</dc:creator>
  <cp:lastModifiedBy>Per Lasse Brønstad</cp:lastModifiedBy>
  <cp:revision>1</cp:revision>
  <dcterms:created xsi:type="dcterms:W3CDTF">2026-09-26T23:53:38Z</dcterms:created>
  <dcterms:modified xsi:type="dcterms:W3CDTF">2026-09-26T23:53:38Z</dcterms:modified>
</cp:coreProperties>
</file>