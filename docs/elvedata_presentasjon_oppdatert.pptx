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331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Velkommen. Kort om meg og hvorfor jeg begynte med dette: jeg ville vite når og hvor det lønner seg å fiske – og dataene fantes allerede. Elvedata er gratis, åpent og laget av en fisker, for fiskere.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Poenget her: dette er ikke synsing – det bygger på ti år med faktiske fangster koblet mot vannføringen den dagen fisken ble tatt.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Kjernen er sonescoren: still inn dagens vannføring med slideren, og dashbordet viser hvilke soner som historisk har levert best under akkurat de forholdene. Resten – kvoter, redskap, bilder – ligger ett klikk unna i sonepanelet.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 går automatisk: en tidsplan henter nye tall fra NVE og laksebørsen hver time, uten at noen trenger å gjøre noe manuelt. Nevn personvernlinjen nederst – den pleier å få gode reaksjoner.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viser du to stillbilder som en myk overgang før selve demoen – i tilfelle noen i salen ikke ser skjermen godt under live-kjøringen.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Vinkle muntlig etter publikum: fiskere → bedre turer og lavere terskel; elveeierlag → kvoter, kortsalg og elvas historie; sportsbutikker/turisme → mer aktivitet rundt elva i sesongen.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DEMO-MANUS: 1) Åpne oversiktskartet, pek på fargene/scorene per elv. 2) Klikk deg inn på Audna. 3) Vis banneret med live NVE-vannføring og kvoter. 4) Still slideren på dagens vannføring – vis at topp-3 soner oppdateres. 5) Klikk på en toppsone: score-ring, beste redskap (stjerner), rekorddag-badge, fangstbilder. 6) Vis fiskemeldingen og forklar kort nedbør→vannstigning. 7) Avslutt med laksebørs-lenken (ferske fangster). BACKUP: hvis nettet svikter, bruk skjermbildene på forrige slide og fortell gjennom de samme stegene.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Avslutt med å be om innspill: hvilke funksjoner ville DERE hatt mest nytte av? La QR-koden stå mens dere tar spørsmål.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6766560" cy="676656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480560"/>
            <a:ext cx="5669280" cy="5669280"/>
          </a:xfrm>
          <a:prstGeom prst="ellipse">
            <a:avLst/>
          </a:prstGeom>
          <a:solidFill>
            <a:srgbClr val="1C7293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527548" y="868680"/>
            <a:ext cx="1133856" cy="1133856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689" y="1174821"/>
            <a:ext cx="521574" cy="5215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1488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ELVESONA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Datadrevet innsikt for laksefiske på Sørlandet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0" y="406908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Audna  ·  Lygna  ·  Mandalselva  ·  Otra  ·  Sygna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5806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elvesona.no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0B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Hvorfor</a:t>
            </a:r>
            <a:r>
              <a:rPr lang="en-US" sz="3800" b="1" dirty="0">
                <a:solidFill>
                  <a:srgbClr val="0B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>
                <a:solidFill>
                  <a:srgbClr val="0B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Elvesona</a:t>
            </a:r>
            <a:r>
              <a:rPr lang="en-US" sz="3800" b="1" dirty="0">
                <a:solidFill>
                  <a:srgbClr val="0B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Kunnskapen om når og hvor laksen tar finnes allerede – i ti år med fangstlogger og hos erfarne fiskere. Men den har vært spredt, privat og vanskelig å bruke der det gjelder: ved elva.</a:t>
            </a:r>
            <a:endParaRPr lang="en-US" sz="17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Elvedata samler fangsthistorikk, live vannføring og værvarsel på ett sted – og gjør det om til konkrete råd for akkurat dagens forhold.</a:t>
            </a:r>
            <a:endParaRPr lang="en-US" sz="17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er åpent i nettleseren – ingen app, ingen innlogging, ingen kostnad.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178040" y="1417320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52360" y="1527048"/>
            <a:ext cx="19202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år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418320" y="1527048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fangstdata per elv,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78040" y="2990088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52360" y="3099816"/>
            <a:ext cx="19202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elver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418320" y="3099816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eget dashbord + felles oversiktskart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78040" y="4562856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52360" y="4672584"/>
            <a:ext cx="19202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time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418320" y="4672584"/>
            <a:ext cx="20116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mellom hver automatiske oppdatering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 fiskeren ser i dashbordet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" y="1673352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58" y="1836298"/>
            <a:ext cx="277612" cy="27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3774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Sonescore 0–100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6112" y="28986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Hvilke soner som historisk fisker best ved dagens vannføring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98264" y="141732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54296" y="1673352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242" y="1836298"/>
            <a:ext cx="277612" cy="2776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4296" y="23774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vannføring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54296" y="28986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Direkte fra NVE sine målestasjoner, time for time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56448" y="141732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412480" y="1673352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5426" y="1836298"/>
            <a:ext cx="277612" cy="2776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3774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Fiskemelding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412480" y="28986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Nedbørvarsel oversatt til forventet vannstigning og fiskeforhold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96112" y="4187952"/>
            <a:ext cx="603504" cy="60350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058" y="4350898"/>
            <a:ext cx="277612" cy="2776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6112" y="4892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Kvoter og fiskekort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96112" y="54132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Gjeldende regler for sesongen, priser og kortlenker per sone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4398264" y="393192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654296" y="4187952"/>
            <a:ext cx="603504" cy="60350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242" y="4350898"/>
            <a:ext cx="277612" cy="27761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54296" y="4892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 redskap og rekorddag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654296" y="54132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Stjernerangering av redskap per sone – og sonens beste dag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156448" y="393192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8412480" y="4187952"/>
            <a:ext cx="603504" cy="60350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5426" y="4350898"/>
            <a:ext cx="277612" cy="2776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12480" y="4892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Bilder, video og laksebørs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412480" y="541324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Fangstbilder fra elva og ferske fangster fra Inatur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Slik virker det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0392" y="161848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87" y="1761683"/>
            <a:ext cx="243962" cy="243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6192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Fangstlogger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536192" y="18836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2016–2025, per sone og redskap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578608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50392" y="2825496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587" y="2968691"/>
            <a:ext cx="243962" cy="2439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36192" y="26883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536192" y="30906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Vannføring fra elvas målestasjon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785616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850392" y="4032504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587" y="4175699"/>
            <a:ext cx="243962" cy="2439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36192" y="38953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536192" y="4297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Nedbørvarsel for nedbørfeltet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4992624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50392" y="523951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587" y="5382707"/>
            <a:ext cx="243962" cy="24396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36192" y="51023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Inatur laksebørs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536192" y="550468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Ferske fangster fra sesongen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892040" y="3246120"/>
            <a:ext cx="777240" cy="640080"/>
          </a:xfrm>
          <a:prstGeom prst="chevron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5897880" y="2423160"/>
            <a:ext cx="2286000" cy="2286000"/>
          </a:xfrm>
          <a:prstGeom prst="ellipse">
            <a:avLst/>
          </a:prstGeom>
          <a:solidFill>
            <a:srgbClr val="0B3B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2880360"/>
            <a:ext cx="685800" cy="6858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97880" y="367588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Oppdateres automatisk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hver time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8412480" y="3246120"/>
            <a:ext cx="777240" cy="640080"/>
          </a:xfrm>
          <a:prstGeom prst="chevron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9418320" y="2148840"/>
            <a:ext cx="2148840" cy="2834640"/>
          </a:xfrm>
          <a:prstGeom prst="roundRect">
            <a:avLst>
              <a:gd name="adj" fmla="val 5106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10195560" y="2468880"/>
            <a:ext cx="603504" cy="60350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8506" y="2631826"/>
            <a:ext cx="277612" cy="27761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601200" y="3200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Dashbord i nettleseren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9601200" y="38862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og PC · gratis · ingen innlogging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Personvern: ingen navn fra fangstlogger publiseres, GPS-data fjernes fra bilder, og bruksstatistikk samles uten cookies.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Løsningen i praksis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85800" y="5760720"/>
            <a:ext cx="5413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Oversiktskartet – live score for alle elvene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263640" y="5760720"/>
            <a:ext cx="5285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Elve-dashbord – topp 3 soner, live vannføring og kart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2D25D5-53EA-85A7-C717-F2E86E137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022" y="1210096"/>
            <a:ext cx="2381386" cy="44378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CD2F3D-C582-1712-5F5A-D81656492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528" y="1210096"/>
            <a:ext cx="3539792" cy="44378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 betyr dette i praksis?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285232" cy="2103120"/>
          </a:xfrm>
          <a:prstGeom prst="roundRect">
            <a:avLst>
              <a:gd name="adj" fmla="val 5217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2688" y="21945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98" y="2392070"/>
            <a:ext cx="336499" cy="3364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783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Bedre fisketurer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920240" y="235000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Velg elv, sone, tidspunkt og redskap ut fra forholdene – ikke ut fra flaks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285232" cy="2103120"/>
          </a:xfrm>
          <a:prstGeom prst="roundRect">
            <a:avLst>
              <a:gd name="adj" fmla="val 5217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56248" y="2194560"/>
            <a:ext cx="731520" cy="73152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758" y="239207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783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Kvoter som når fram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543800" y="235000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Sesongens regler vises der fiskerne faktisk er – ikke bare i et oppslag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886200"/>
            <a:ext cx="5285232" cy="2103120"/>
          </a:xfrm>
          <a:prstGeom prst="roundRect">
            <a:avLst>
              <a:gd name="adj" fmla="val 5217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32688" y="45720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198" y="4769510"/>
            <a:ext cx="336499" cy="3364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160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Lavere terskel for nye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920240" y="472744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års lokal kunnskap tilgjengelig for alle – ikke bare de som kjenner elva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63640" y="3886200"/>
            <a:ext cx="5285232" cy="2103120"/>
          </a:xfrm>
          <a:prstGeom prst="roundRect">
            <a:avLst>
              <a:gd name="adj" fmla="val 5217"/>
            </a:avLst>
          </a:prstGeom>
          <a:solidFill>
            <a:srgbClr val="EFF5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556248" y="4572000"/>
            <a:ext cx="731520" cy="73152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758" y="4769510"/>
            <a:ext cx="336499" cy="33649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43800" y="4160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0B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 rundt elva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543800" y="472744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Flere finner elva – det betyr kortsalg, handel og aktivitet i sesongen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943600" cy="59436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skal dere se etter: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157984"/>
            <a:ext cx="530352" cy="530352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1579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81328" y="21031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Velg elv på oversiktskartet – kartet viser live score for alle elvene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85800" y="3026664"/>
            <a:ext cx="530352" cy="530352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30266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81328" y="29718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banneret: vannføring akkurat nå, rett fra NVE – og sesongens kvoter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5800" y="3895344"/>
            <a:ext cx="530352" cy="530352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895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81328" y="38404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 vannføring-slideren – topp-3-sonene endrer seg med forholdene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85800" y="4764024"/>
            <a:ext cx="530352" cy="530352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7640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81328" y="47091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Åpne en sone: score, beste redskap, rekorddag og bilder fra sonen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85800" y="5632704"/>
            <a:ext cx="530352" cy="530352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56327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81328" y="55778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Sjekk fiskemeldingen – hva sier nedbørvarselet om dagene fremover?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852160" cy="5852160"/>
          </a:xfrm>
          <a:prstGeom prst="ellipse">
            <a:avLst/>
          </a:prstGeom>
          <a:solidFill>
            <a:srgbClr val="1C7293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Veien videre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Registrere egne fangster rett i dashbordet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Turplanlegger – velg soner og få kjøre- og gårute</a:t>
            </a:r>
            <a:endParaRPr lang="en-US" sz="17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Sonegrenser tegnet inn på kartet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Innspill fra dere avgjør hva som kommer først.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280160"/>
            <a:ext cx="4206240" cy="457200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qr_elve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600200"/>
            <a:ext cx="1920240" cy="1920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3611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Prøv selv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9808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elvesona.no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4572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Lasse Brønstad  ·  timon70@gmail.com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802</Words>
  <Application>Microsoft Office PowerPoint</Application>
  <PresentationFormat>Widescreen</PresentationFormat>
  <Paragraphs>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Per Lasse Bronstad</cp:lastModifiedBy>
  <cp:revision>2</cp:revision>
  <dcterms:created xsi:type="dcterms:W3CDTF">2026-07-20T22:50:10Z</dcterms:created>
  <dcterms:modified xsi:type="dcterms:W3CDTF">2026-08-03T20:10:47Z</dcterms:modified>
</cp:coreProperties>
</file>